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73" autoAdjust="0"/>
  </p:normalViewPr>
  <p:slideViewPr>
    <p:cSldViewPr>
      <p:cViewPr varScale="1">
        <p:scale>
          <a:sx n="83" d="100"/>
          <a:sy n="83" d="100"/>
        </p:scale>
        <p:origin x="-1426" y="-7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t>05.06.2026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t>05.06.2026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t>05.06.2026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t>05.06.2026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t>05.06.2026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t>05.06.2026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t>05.06.2026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t>05.06.2026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t>05.06.2026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t>05.06.2026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t>05.06.2026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54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40DC67-C7F6-414D-9708-96C5B560FED9}" type="datetimeFigureOut">
              <a:rPr lang="ru-RU" smtClean="0"/>
              <a:t>05.06.2026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37BBF5-46A8-4B2E-946B-D12CFA3CFC41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3568" y="1628800"/>
            <a:ext cx="7772400" cy="1470025"/>
          </a:xfrm>
        </p:spPr>
        <p:txBody>
          <a:bodyPr>
            <a:normAutofit/>
          </a:bodyPr>
          <a:lstStyle/>
          <a:p>
            <a:r>
              <a:rPr lang="ru-RU" dirty="0" smtClean="0">
                <a:cs typeface="Times New Roman" pitchFamily="18" charset="0"/>
              </a:rPr>
              <a:t>Проект «Маникюрная студия»</a:t>
            </a:r>
            <a:endParaRPr lang="ru-RU" dirty="0">
              <a:cs typeface="Times New Roman" pitchFamily="18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683568" y="3501008"/>
            <a:ext cx="7848872" cy="2664296"/>
          </a:xfrm>
        </p:spPr>
        <p:txBody>
          <a:bodyPr>
            <a:noAutofit/>
          </a:bodyPr>
          <a:lstStyle/>
          <a:p>
            <a:pPr algn="l"/>
            <a:r>
              <a:rPr lang="en-US" sz="2400" u="sng" dirty="0" err="1">
                <a:solidFill>
                  <a:schemeClr val="tx1"/>
                </a:solidFill>
                <a:latin typeface="+mj-lt"/>
                <a:ea typeface="+mj-ea"/>
                <a:cs typeface="Times New Roman" pitchFamily="18" charset="0"/>
              </a:rPr>
              <a:t>NailStudio</a:t>
            </a:r>
            <a:r>
              <a:rPr lang="en-US" sz="2400" dirty="0">
                <a:solidFill>
                  <a:schemeClr val="tx1"/>
                </a:solidFill>
                <a:latin typeface="+mj-lt"/>
                <a:ea typeface="+mj-ea"/>
                <a:cs typeface="Times New Roman" pitchFamily="18" charset="0"/>
              </a:rPr>
              <a:t> – </a:t>
            </a:r>
            <a:r>
              <a:rPr lang="ru-RU" sz="2400" dirty="0">
                <a:solidFill>
                  <a:schemeClr val="tx1"/>
                </a:solidFill>
                <a:latin typeface="+mj-lt"/>
                <a:ea typeface="+mj-ea"/>
                <a:cs typeface="Times New Roman" pitchFamily="18" charset="0"/>
              </a:rPr>
              <a:t>это приложение для записи клиентов и удобная </a:t>
            </a:r>
            <a:r>
              <a:rPr lang="ru-RU" sz="2400" dirty="0" err="1">
                <a:solidFill>
                  <a:schemeClr val="tx1"/>
                </a:solidFill>
                <a:latin typeface="+mj-lt"/>
                <a:ea typeface="+mj-ea"/>
                <a:cs typeface="Times New Roman" pitchFamily="18" charset="0"/>
              </a:rPr>
              <a:t>crm - система, созданная специально для специалистов бьюти-индустрии</a:t>
            </a:r>
            <a:r>
              <a:rPr lang="ru-RU" sz="2400" dirty="0">
                <a:solidFill>
                  <a:schemeClr val="tx1"/>
                </a:solidFill>
                <a:latin typeface="+mj-lt"/>
                <a:ea typeface="+mj-ea"/>
                <a:cs typeface="Times New Roman" pitchFamily="18" charset="0"/>
              </a:rPr>
              <a:t>. </a:t>
            </a:r>
            <a:r>
              <a:rPr lang="ru-RU" sz="2400" dirty="0">
                <a:solidFill>
                  <a:schemeClr val="tx1"/>
                </a:solidFill>
                <a:latin typeface="+mj-lt"/>
                <a:ea typeface="+mj-ea"/>
                <a:cs typeface="Times New Roman" pitchFamily="18" charset="0"/>
              </a:rPr>
              <a:t>Платформа предназначена для учёта клиентов, мастеров, услуг и записей, </a:t>
            </a:r>
            <a:r>
              <a:rPr lang="ru-RU" sz="2400" dirty="0" smtClean="0">
                <a:solidFill>
                  <a:schemeClr val="tx1"/>
                </a:solidFill>
                <a:latin typeface="+mj-lt"/>
                <a:ea typeface="+mj-ea"/>
                <a:cs typeface="Times New Roman" pitchFamily="18" charset="0"/>
              </a:rPr>
              <a:t>с возможностью</a:t>
            </a:r>
            <a:r>
              <a:rPr lang="ru-RU" sz="2400" dirty="0">
                <a:solidFill>
                  <a:schemeClr val="tx1"/>
                </a:solidFill>
                <a:latin typeface="+mj-lt"/>
                <a:ea typeface="+mj-ea"/>
                <a:cs typeface="Times New Roman" pitchFamily="18" charset="0"/>
              </a:rPr>
              <a:t> уведомлений </a:t>
            </a:r>
            <a:r>
              <a:rPr lang="ru-RU" sz="2400" dirty="0" smtClean="0">
                <a:solidFill>
                  <a:schemeClr val="tx1"/>
                </a:solidFill>
                <a:latin typeface="+mj-lt"/>
                <a:ea typeface="+mj-ea"/>
                <a:cs typeface="Times New Roman" pitchFamily="18" charset="0"/>
              </a:rPr>
              <a:t>и записи в календарь, так же</a:t>
            </a:r>
            <a:r>
              <a:rPr lang="ru-RU" sz="2400" dirty="0">
                <a:solidFill>
                  <a:schemeClr val="tx1"/>
                </a:solidFill>
                <a:latin typeface="+mj-lt"/>
                <a:ea typeface="+mj-ea"/>
                <a:cs typeface="Times New Roman" pitchFamily="18" charset="0"/>
              </a:rPr>
              <a:t> резервного </a:t>
            </a:r>
            <a:r>
              <a:rPr lang="ru-RU" sz="2400" dirty="0" smtClean="0">
                <a:solidFill>
                  <a:schemeClr val="tx1"/>
                </a:solidFill>
                <a:latin typeface="+mj-lt"/>
                <a:ea typeface="+mj-ea"/>
                <a:cs typeface="Times New Roman" pitchFamily="18" charset="0"/>
              </a:rPr>
              <a:t>копирования данных. </a:t>
            </a:r>
            <a:endParaRPr lang="ru-RU" sz="2400" dirty="0">
              <a:solidFill>
                <a:schemeClr val="tx1"/>
              </a:solidFill>
              <a:latin typeface="+mj-lt"/>
              <a:ea typeface="+mj-ea"/>
              <a:cs typeface="Times New Roman" pitchFamily="18" charset="0"/>
            </a:endParaRPr>
          </a:p>
          <a:p>
            <a:pPr algn="l"/>
            <a:endParaRPr lang="ru-RU" sz="2400" dirty="0">
              <a:solidFill>
                <a:schemeClr val="tx1"/>
              </a:solidFill>
              <a:latin typeface="+mj-lt"/>
              <a:ea typeface="+mj-ea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07904" y="3356992"/>
            <a:ext cx="5112568" cy="27529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707904" y="188640"/>
            <a:ext cx="5107486" cy="27476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251520" y="404664"/>
            <a:ext cx="3296345" cy="454372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>
                <a:latin typeface="Arial" pitchFamily="34" charset="0"/>
                <a:cs typeface="Arial" pitchFamily="34" charset="0"/>
              </a:rPr>
              <a:t>Основные преимущества 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Текст 5"/>
          <p:cNvSpPr>
            <a:spLocks noGrp="1"/>
          </p:cNvSpPr>
          <p:nvPr>
            <p:ph type="body" sz="half" idx="2"/>
          </p:nvPr>
        </p:nvSpPr>
        <p:spPr>
          <a:xfrm>
            <a:off x="457200" y="1052737"/>
            <a:ext cx="3008313" cy="3312367"/>
          </a:xfrm>
        </p:spPr>
        <p:txBody>
          <a:bodyPr>
            <a:normAutofit fontScale="85000" lnSpcReduction="20000"/>
          </a:bodyPr>
          <a:lstStyle/>
          <a:p>
            <a:r>
              <a:rPr lang="ru-RU" b="1" dirty="0">
                <a:latin typeface="Arial" pitchFamily="34" charset="0"/>
                <a:cs typeface="Arial" pitchFamily="34" charset="0"/>
              </a:rPr>
              <a:t>Единая база данных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: Все контакты клиентов сохраняются навсегда. Нет необходимости вносить данные повторно при каждом обновлении или смене приложений.</a:t>
            </a:r>
          </a:p>
          <a:p>
            <a:r>
              <a:rPr lang="ru-RU" b="1" dirty="0" smtClean="0">
                <a:latin typeface="Arial" pitchFamily="34" charset="0"/>
                <a:cs typeface="Arial" pitchFamily="34" charset="0"/>
              </a:rPr>
              <a:t>Нет платных подписок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: Никаких скрытых платежей, комиссий и ежемесячной абонентской платы.</a:t>
            </a:r>
          </a:p>
          <a:p>
            <a:r>
              <a:rPr lang="ru-RU" b="1" dirty="0" err="1" smtClean="0">
                <a:latin typeface="Arial" pitchFamily="34" charset="0"/>
                <a:cs typeface="Arial" pitchFamily="34" charset="0"/>
              </a:rPr>
              <a:t>Онлайн-запись</a:t>
            </a:r>
            <a:r>
              <a:rPr lang="en-US" b="1" dirty="0" smtClean="0">
                <a:latin typeface="Arial" pitchFamily="34" charset="0"/>
                <a:cs typeface="Arial" pitchFamily="34" charset="0"/>
              </a:rPr>
              <a:t>: </a:t>
            </a:r>
            <a:r>
              <a:rPr lang="ru-RU" dirty="0">
                <a:latin typeface="Arial" pitchFamily="34" charset="0"/>
                <a:cs typeface="Arial" pitchFamily="34" charset="0"/>
              </a:rPr>
              <a:t>Клиенты записываются сами 24/7 через удобную ссылку. Мастер не отвлекается от работы на звонки и сообщения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.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u="sng" dirty="0" smtClean="0">
                <a:latin typeface="Arial" pitchFamily="34" charset="0"/>
                <a:cs typeface="Arial" pitchFamily="34" charset="0"/>
              </a:rPr>
              <a:t>(</a:t>
            </a:r>
            <a:r>
              <a:rPr lang="ru-RU" u="sng" dirty="0" smtClean="0">
                <a:latin typeface="Arial" pitchFamily="34" charset="0"/>
                <a:cs typeface="Arial" pitchFamily="34" charset="0"/>
              </a:rPr>
              <a:t>в разработке)</a:t>
            </a:r>
          </a:p>
          <a:p>
            <a:r>
              <a:rPr lang="ru-RU" b="1" dirty="0" smtClean="0">
                <a:latin typeface="Arial" pitchFamily="34" charset="0"/>
                <a:cs typeface="Arial" pitchFamily="34" charset="0"/>
              </a:rPr>
              <a:t>Возможность синхронизации с календарем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: 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Расписание и клиенты всегда под рукой.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ru-RU" b="1" dirty="0" smtClean="0">
                <a:latin typeface="Arial" pitchFamily="34" charset="0"/>
                <a:cs typeface="Arial" pitchFamily="34" charset="0"/>
              </a:rPr>
              <a:t>Возможность </a:t>
            </a:r>
            <a:r>
              <a:rPr lang="ru-RU" b="1" dirty="0" smtClean="0">
                <a:latin typeface="Arial" pitchFamily="34" charset="0"/>
                <a:cs typeface="Arial" pitchFamily="34" charset="0"/>
              </a:rPr>
              <a:t>переориентации приложения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: Все что сделано для мастеров маникюра можно переориентировать под любую деятельность.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endParaRPr lang="ru-RU" b="1" u="sng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Заголовок 3"/>
          <p:cNvSpPr txBox="1">
            <a:spLocks/>
          </p:cNvSpPr>
          <p:nvPr/>
        </p:nvSpPr>
        <p:spPr>
          <a:xfrm>
            <a:off x="323528" y="4725144"/>
            <a:ext cx="3152329" cy="45437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lvl="0" algn="ctr">
              <a:spcBef>
                <a:spcPct val="0"/>
              </a:spcBef>
            </a:pPr>
            <a:r>
              <a:rPr lang="ru-RU" sz="2000" b="1" dirty="0">
                <a:latin typeface="Arial" pitchFamily="34" charset="0"/>
                <a:ea typeface="+mj-ea"/>
                <a:cs typeface="Arial" pitchFamily="34" charset="0"/>
              </a:rPr>
              <a:t>Известные аналоги</a:t>
            </a:r>
          </a:p>
        </p:txBody>
      </p:sp>
      <p:sp>
        <p:nvSpPr>
          <p:cNvPr id="8" name="Текст 5"/>
          <p:cNvSpPr txBox="1">
            <a:spLocks/>
          </p:cNvSpPr>
          <p:nvPr/>
        </p:nvSpPr>
        <p:spPr>
          <a:xfrm>
            <a:off x="395536" y="5301208"/>
            <a:ext cx="3008313" cy="9361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spcBef>
                <a:spcPct val="20000"/>
              </a:spcBef>
              <a:buFontTx/>
              <a:buChar char="-"/>
            </a:pPr>
            <a:r>
              <a:rPr lang="ru-RU" sz="14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400" b="1" dirty="0" smtClean="0">
                <a:latin typeface="Arial" pitchFamily="34" charset="0"/>
                <a:cs typeface="Arial" pitchFamily="34" charset="0"/>
              </a:rPr>
              <a:t>Masters</a:t>
            </a:r>
            <a:endParaRPr lang="ru-RU" sz="1400" b="1" dirty="0">
              <a:latin typeface="Arial" pitchFamily="34" charset="0"/>
              <a:cs typeface="Arial" pitchFamily="34" charset="0"/>
            </a:endParaRPr>
          </a:p>
          <a:p>
            <a:pPr lvl="0">
              <a:spcBef>
                <a:spcPct val="20000"/>
              </a:spcBef>
              <a:buFontTx/>
              <a:buChar char="-"/>
            </a:pPr>
            <a:r>
              <a:rPr lang="ru-RU" sz="14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400" b="1" dirty="0" smtClean="0">
                <a:latin typeface="Arial" pitchFamily="34" charset="0"/>
                <a:cs typeface="Arial" pitchFamily="34" charset="0"/>
              </a:rPr>
              <a:t>Beauty</a:t>
            </a:r>
            <a:r>
              <a:rPr lang="en-US" sz="14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400" b="1" dirty="0" smtClean="0">
                <a:latin typeface="Arial" pitchFamily="34" charset="0"/>
                <a:cs typeface="Arial" pitchFamily="34" charset="0"/>
              </a:rPr>
              <a:t>Agent</a:t>
            </a:r>
            <a:endParaRPr lang="ru-RU" sz="1400" b="1" dirty="0" smtClean="0">
              <a:latin typeface="Arial" pitchFamily="34" charset="0"/>
              <a:cs typeface="Arial" pitchFamily="34" charset="0"/>
            </a:endParaRPr>
          </a:p>
          <a:p>
            <a:pPr lvl="0">
              <a:spcBef>
                <a:spcPct val="20000"/>
              </a:spcBef>
              <a:buFontTx/>
              <a:buChar char="-"/>
            </a:pPr>
            <a:r>
              <a:rPr lang="ru-RU" sz="14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ru-RU" sz="1400" b="1" dirty="0">
                <a:latin typeface="Arial" pitchFamily="34" charset="0"/>
                <a:cs typeface="Arial" pitchFamily="34" charset="0"/>
              </a:rPr>
              <a:t>Мой</a:t>
            </a:r>
            <a:r>
              <a:rPr lang="ru-RU" sz="1400" b="1" dirty="0" smtClean="0">
                <a:latin typeface="Arial" pitchFamily="34" charset="0"/>
                <a:cs typeface="Arial" pitchFamily="34" charset="0"/>
              </a:rPr>
              <a:t> Профиль</a:t>
            </a:r>
            <a:endParaRPr lang="ru-RU" sz="14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707678"/>
          </a:xfrm>
        </p:spPr>
        <p:txBody>
          <a:bodyPr/>
          <a:lstStyle/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Структура проекта </a:t>
            </a:r>
            <a:br>
              <a:rPr lang="ru-RU" dirty="0" smtClean="0">
                <a:latin typeface="Arial" pitchFamily="34" charset="0"/>
                <a:cs typeface="Arial" pitchFamily="34" charset="0"/>
              </a:rPr>
            </a:b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980728"/>
            <a:ext cx="3008313" cy="5145435"/>
          </a:xfrm>
        </p:spPr>
        <p:txBody>
          <a:bodyPr>
            <a:normAutofit/>
          </a:bodyPr>
          <a:lstStyle/>
          <a:p>
            <a:pPr marL="342900" indent="-342900">
              <a:buAutoNum type="arabicParenR"/>
            </a:pPr>
            <a:r>
              <a:rPr lang="ru-RU" sz="1800" b="1" dirty="0" smtClean="0">
                <a:latin typeface="Arial" pitchFamily="34" charset="0"/>
                <a:cs typeface="Arial" pitchFamily="34" charset="0"/>
              </a:rPr>
              <a:t>БАЗА ДАННЫХ</a:t>
            </a: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ru-RU" sz="1800" b="1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131</Words>
  <Application>Microsoft Office PowerPoint</Application>
  <PresentationFormat>Экран (4:3)</PresentationFormat>
  <Paragraphs>14</Paragraphs>
  <Slides>3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4" baseType="lpstr">
      <vt:lpstr>Тема Office</vt:lpstr>
      <vt:lpstr>Проект «Маникюрная студия»</vt:lpstr>
      <vt:lpstr>Основные преимущества </vt:lpstr>
      <vt:lpstr>Структура проекта  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 «Маникюрная студия»</dc:title>
  <dc:creator>Sergey</dc:creator>
  <cp:lastModifiedBy>Sergey</cp:lastModifiedBy>
  <cp:revision>8</cp:revision>
  <dcterms:created xsi:type="dcterms:W3CDTF">2026-06-05T17:32:19Z</dcterms:created>
  <dcterms:modified xsi:type="dcterms:W3CDTF">2026-06-05T18:49:22Z</dcterms:modified>
</cp:coreProperties>
</file>